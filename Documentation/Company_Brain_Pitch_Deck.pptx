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Company Brain is an AI platform that makes an organization's own documents searchable through plain-language questions. Pre-seed, pre-revenue, with a working prototype validated on real documents.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universal, persistent and expensive. Every organization has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value: staff stop searching and start asking. Every answer is verifiable because it cites its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retrieval paths: semantic lookup, relationship graph, thematic synthesis, and analytical computation over structured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status: prototype works, analytical engine in progress, no pilot deployed yet. That is exactly what incubation support accelerates.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focused entry market rather than a broad TAM claim.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 infrastructure cost is what makes this segment servable profitably.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card. Domain authority plus demonstrated ability to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Distribution is the thing most pre-seed ventures lack. This one has it already.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milestone is verifiable by a third party, not self-reported activity.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Government recognition is listed first deliberately: it is the highest-leverage thing an institutional incubator can provide, and it unlocks national schemes.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vision, but grounded: the immediate next step is a real pilot, not a fundraise.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0A2A66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0A2A6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BRAIN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 that turns an organization's documents into answers.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|  Pre-Revenue  |  Seeking Incubation Support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Gaikwad  ·  Founder  ·  linkedin.com/in/rohanvijaygaikwad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cannot access their own knowledge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20624" cy="420624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are locked in documents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17627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records, spreadsheets and filings hold what an organization knows. Retrieving anything means opening files by hand.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108960"/>
            <a:ext cx="420624" cy="420624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108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306324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who need answers cannot get them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34107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Administrators, owners and managers are rarely the people equipped to navigate raw data.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343400"/>
            <a:ext cx="420624" cy="420624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297680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software does not solve it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464515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platforms are priced for large corporations. Institutions and mid-size businesses are left out.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member searching records by hand is the default in most organizations today.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 question. Get an answer with its source.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Brain reads an organization's documents and answers questions about them in plain language, through a chat interface staff already use.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697480"/>
            <a:ext cx="457200" cy="45720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32688" y="333756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format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32688" y="374904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 and PDF, including messy real-world files.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697480"/>
            <a:ext cx="457200" cy="45720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67328" y="333756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question type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67328" y="374904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lookups, questions spanning documents, and analytical queries.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3774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1968" y="2697480"/>
            <a:ext cx="457200" cy="45720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01968" y="333756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cited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01968" y="374904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citation to its source document.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0" y="237744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36608" y="2697480"/>
            <a:ext cx="457200" cy="457200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22" name="Text 20"/>
          <p:cNvSpPr/>
          <p:nvPr/>
        </p:nvSpPr>
        <p:spPr>
          <a:xfrm>
            <a:off x="9436608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436608" y="333756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training needed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36608" y="3749040"/>
            <a:ext cx="2020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use a chat interface they already know.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stop searching and start asking.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engines behind one question box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5420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28803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documents in the formats organizations actually use.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608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21608" y="25420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721608" y="28803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semantic search, a relationship graph and structured records.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91072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7104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547104" y="25420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7104" y="28803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type of question and sends it to the right engine.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16568" y="196596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726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542032"/>
            <a:ext cx="2093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72600" y="28803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plain-language answer with its source citation.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069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routing layer is the differentiator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4462272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tools retrieve text that looks relevant. Company Brain identifies whether a question needs a lookup, a relationship trace, a summary across documents, or a precise calculation over structured records, and answers accordingly.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validated on real documents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formats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Excel, PowerPoint and PDF all validated end to end.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754880" y="27432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cited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returns with its source document.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87452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205740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549640" y="274320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paths live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4964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Semantic, relationship and cross-document synthesis working.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development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40740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query engine, which answers complex logical questions over structured institutional records, is the current build priority and the capability that most separates this from general-purpose AI tools.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by design. The first pilot deployment is the next milestone, not a distant one.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priced out of enterprise software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67128"/>
            <a:ext cx="438912" cy="43891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671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20025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institutions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0200" y="23500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volumes of academic, administrative and compliance records. Recurring analytical questions that take staff hours to answer by hand.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1546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538728"/>
            <a:ext cx="438912" cy="43891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38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33741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MIDC and industrial clusters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00200" y="37216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records, compliance filings and operational documents, with no dedicated software team to make sense of them.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52628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910328"/>
            <a:ext cx="438912" cy="43891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103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4745736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 businesses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0200" y="509320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 spreadsheets, PDFs and messaging apps. Cannot justify the cost of global enterprise platforms.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strategy: land one institution, prove measured time saved, then expand through an existing industry network.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the first deployment, not after scale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84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258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4805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monthly fee per organization, tiered by data volume and connected sources.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186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and onboarding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3337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fee covering initial data ingestion and configuration.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251960"/>
            <a:ext cx="10881360" cy="1078992"/>
          </a:xfrm>
          <a:prstGeom prst="roundRect">
            <a:avLst>
              <a:gd name="adj" fmla="val 678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453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60120" y="47274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revenue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45720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data source or workflow is a paid add-on that grows account value.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797296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open-source infrastructure and efficient local AI models, which keeps running costs low enough to serve cost-sensitive organizations at a margin.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Founder-led and technically self-sufficient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researcher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papers: financial anomaly detection and RAG optimisation, the exact field this is built 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6596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peer reviewer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2951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Reviewer at IJIRT specialising in RAG systems.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36392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3192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winner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6484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Impact Hackathon with Kumbhathon; invited for idea incubation at Nashik.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3136392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3192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Backed by a global AI leader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36484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into Anthropic's Claude for Startups programme.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7258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 capability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5001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knowledge graphs, local and cloud models, backend and document pipelines.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489704"/>
            <a:ext cx="5303520" cy="1170432"/>
          </a:xfrm>
          <a:prstGeom prst="roundRect">
            <a:avLst>
              <a:gd name="adj" fmla="val 6250"/>
            </a:avLst>
          </a:prstGeom>
          <a:solidFill>
            <a:srgbClr val="F4F6F9"/>
          </a:solidFill>
          <a:ln w="12700">
            <a:solidFill>
              <a:srgbClr val="E4E9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67258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under constraints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500176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Capable systems delivered on limited hardware and a small budget.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hardest part of this product was built directly by the founder, not outsourced.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before day 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7,200+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connections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channel to the institutions, industrial units and businesses that make up the target market. Most early ventures spend their first year finding customers. This one starts with warm access.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760720" y="1828800"/>
            <a:ext cx="5760720" cy="1298448"/>
          </a:xfrm>
          <a:prstGeom prst="roundRect">
            <a:avLst>
              <a:gd name="adj" fmla="val 56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99339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35040" y="233172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 and a peer-reviewer role in this exact field. Every technical decision defensible under scrutiny.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760720" y="3291840"/>
            <a:ext cx="5760720" cy="1298448"/>
          </a:xfrm>
          <a:prstGeom prst="roundRect">
            <a:avLst>
              <a:gd name="adj" fmla="val 56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345643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35040" y="379476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hackathon win, an incubation invitation and acceptance into a global AI company's startup programme, all before institutional support.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760720" y="4754880"/>
            <a:ext cx="5760720" cy="1298448"/>
          </a:xfrm>
          <a:prstGeom prst="roundRect">
            <a:avLst>
              <a:gd name="adj" fmla="val 5634"/>
            </a:avLst>
          </a:prstGeom>
          <a:solidFill>
            <a:srgbClr val="2A2A2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49194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advantage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35040" y="5257800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infrastructure and local models mean this segment can be served profitably where larger vendors cannot.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months to first revenue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41248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query engine complete; infrastructure operational.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62072" y="192024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M2-M3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063240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pilot live and in daily use at a partner organization.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84064" y="192024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M3-M4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85232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85232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outcomes: staff hours saved and queries served.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06056" y="192024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07224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M4-M5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07224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07224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organizations onboarded and querying.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28048" y="192024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29216" y="21214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M5-M6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729216" y="24505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Monetise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729216" y="28803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signed paid subscription and written case study.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572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 at month six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493776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organizations with the platform deployed and in regular use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signed paid subscription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case study with measured time savings from a live deployment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DPIIT recognition secured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asking for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8F0FF"/>
          </a:solidFill>
          <a:ln w="1905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₹4,50,000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931920" y="193852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 Fund over six months, allocated to compute infrastructure, pilot deployment and market access.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529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0F5FF"/>
          </a:solidFill>
          <a:ln w="12700">
            <a:solidFill>
              <a:srgbClr val="F0F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32688" y="3035808"/>
            <a:ext cx="347472" cy="347472"/>
          </a:xfrm>
          <a:prstGeom prst="ellipse">
            <a:avLst/>
          </a:prstGeom>
          <a:solidFill>
            <a:srgbClr val="0066FF"/>
          </a:solidFill>
          <a:ln/>
        </p:spPr>
      </p:sp>
      <p:sp>
        <p:nvSpPr>
          <p:cNvPr id="9" name="Text 7"/>
          <p:cNvSpPr/>
          <p:nvPr/>
        </p:nvSpPr>
        <p:spPr>
          <a:xfrm>
            <a:off x="1481328" y="305409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recognition support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2953512"/>
            <a:ext cx="6537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recommendation for DPIIT Startup India recognition, and access to state and national startup schemes through the incubator.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67588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3858768"/>
            <a:ext cx="347472" cy="347472"/>
          </a:xfrm>
          <a:prstGeom prst="ellipse">
            <a:avLst/>
          </a:prstGeom>
          <a:solidFill>
            <a:srgbClr val="9AA3B0"/>
          </a:solidFill>
          <a:ln/>
        </p:spPr>
      </p:sp>
      <p:sp>
        <p:nvSpPr>
          <p:cNvPr id="13" name="Text 11"/>
          <p:cNvSpPr/>
          <p:nvPr/>
        </p:nvSpPr>
        <p:spPr>
          <a:xfrm>
            <a:off x="1481328" y="38770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infrastructure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09160" y="3776472"/>
            <a:ext cx="6537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computing capacity to run the platform reliably beyond a single developer laptop.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49884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4681728"/>
            <a:ext cx="347472" cy="347472"/>
          </a:xfrm>
          <a:prstGeom prst="ellipse">
            <a:avLst/>
          </a:prstGeom>
          <a:solidFill>
            <a:srgbClr val="9AA3B0"/>
          </a:solidFill>
          <a:ln/>
        </p:spPr>
      </p:sp>
      <p:sp>
        <p:nvSpPr>
          <p:cNvPr id="17" name="Text 15"/>
          <p:cNvSpPr/>
          <p:nvPr/>
        </p:nvSpPr>
        <p:spPr>
          <a:xfrm>
            <a:off x="1481328" y="47000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access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9160" y="4599432"/>
            <a:ext cx="6537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first organizations willing to deploy and test the platform on real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32180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2688" y="5504688"/>
            <a:ext cx="347472" cy="347472"/>
          </a:xfrm>
          <a:prstGeom prst="ellipse">
            <a:avLst/>
          </a:prstGeom>
          <a:solidFill>
            <a:srgbClr val="9AA3B0"/>
          </a:solidFill>
          <a:ln/>
        </p:spPr>
      </p:sp>
      <p:sp>
        <p:nvSpPr>
          <p:cNvPr id="21" name="Text 19"/>
          <p:cNvSpPr/>
          <p:nvPr/>
        </p:nvSpPr>
        <p:spPr>
          <a:xfrm>
            <a:off x="1481328" y="55229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5422392"/>
            <a:ext cx="6537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on go-to-market, pricing and early-stage business development.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6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a technically mature, revenue-focused venture with a working prototype, a defined market and a founder able to execute.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840480"/>
            <a:ext cx="4206240" cy="4206240"/>
          </a:xfrm>
          <a:prstGeom prst="ellipse">
            <a:avLst/>
          </a:prstGeom>
          <a:solidFill>
            <a:srgbClr val="0A2A6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organization will have an AI layer.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D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building it for the ones no one else is serving.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works. The market is defined. The next step is a pilot in the field.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Rohan Gaikwad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linkedin.com/in/rohanvijaygaikwad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2026-08-10T20:40:19Z</dcterms:created>
  <dcterms:modified xsi:type="dcterms:W3CDTF">2026-08-10T20:40:19Z</dcterms:modified>
</cp:coreProperties>
</file>