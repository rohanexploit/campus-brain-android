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D87-442C-AD10-7489D2FC6F4A}"/>
              </c:ext>
            </c:extLst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87-442C-AD10-7489D2FC6F4A}"/>
              </c:ext>
            </c:extLst>
          </c:dPt>
          <c:dPt>
            <c:idx val="2"/>
            <c:invertIfNegative val="0"/>
            <c:bubble3D val="0"/>
            <c:spPr>
              <a:solidFill>
                <a:srgbClr val="2EC2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D87-442C-AD10-7489D2FC6F4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0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RAG
top-3, no routing</c:v>
                </c:pt>
                <c:pt idx="1">
                  <c:v>GraphRAG-style
summaries + edges</c:v>
                </c:pt>
                <c:pt idx="2">
                  <c:v>Company Brain
routed + 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69.7</c:v>
                </c:pt>
                <c:pt idx="2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D87-442C-AD10-7489D2FC6F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BE-4A90-81A8-258D0B7F1467}"/>
              </c:ext>
            </c:extLst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BE-4A90-81A8-258D0B7F1467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BE-4A90-81A8-258D0B7F1467}"/>
              </c:ext>
            </c:extLst>
          </c:dPt>
          <c:dPt>
            <c:idx val="3"/>
            <c:invertIfNegative val="0"/>
            <c:bubble3D val="0"/>
            <c:spPr>
              <a:solidFill>
                <a:srgbClr val="2EC2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BE-4A90-81A8-258D0B7F14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0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Naive RAG</c:v>
                </c:pt>
                <c:pt idx="1">
                  <c:v>Graph edges only</c:v>
                </c:pt>
                <c:pt idx="2">
                  <c:v>Chunks only</c:v>
                </c:pt>
                <c:pt idx="3">
                  <c:v>Hybrid (ours)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31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BE-4A90-81A8-258D0B7F14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4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7B8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A97B8"/>
                    </a:solidFill>
                    <a:latin typeface="Arial"/>
                  </a:rPr>
                  <a:t>correct out of 54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6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Brain answers questions over an institution's own data, entirely offline on a 4 GB laptop GPU. 88.9% on a 208-question benchmark, every number reproducible from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kinds of question need four kinds of retrieval. Standard RAG collapses them into one, and the cost shows up on relational questions: 8 correct out of 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sends each question to the store that can answer it. Deterministic rules run before any LLM call, so the common shapes are fast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62.5% for naive RAG, 69.7% for a GraphRAG-style design, 88.9% for ours — identical corpus, model, hardware and scorer.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and vector retrieval fail in disjoint places. The hybrid keeps the chunk gains and recovers the three questions chunks alone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alone hides the behaviours that matter in an institution: refusing to guess, exact figures, provenance, and speed on cheap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contradicted the obvious plan. All three came from measurement rather than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RAG demos are scored on questions written after seeing the answers. Ours are generated from the same world model that renders the corpus, and validated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rejected experiments are the credibility asset. One passed its first run and failed replication — the gate caught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deployment story matters as much as accuracy: cheap hardware, no egress, tenant isolation, and an operator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scope limits plainly is what makes the rest of the numbers credible under questioning.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reproducibility: the repo contains the harness, the benchmark, the validator and the rejected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17224A"/>
          </a:solidFill>
          <a:ln w="12700">
            <a:solidFill>
              <a:srgbClr val="172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institution's data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anything. On a laptop. Offline.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retrieval over student records, research documents and policy — running entirely on a 4 GB laptop GPU, with zero cloud calls.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208-question benchmark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63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63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no cloud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49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49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6236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  ·  itzrohan007@gmail.com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incompatible shapes of data. One question box.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8424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0208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result PDFs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students failed at least two subjects?”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28232" y="198424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28232" y="20208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8196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67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minimum attendance requirement?”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3401568"/>
            <a:ext cx="420624" cy="42062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34381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236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things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heads the department that runs the HPC lab?”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28232" y="3401568"/>
            <a:ext cx="420624" cy="42062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28232" y="34381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236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corpus at once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department performs best overall?”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48280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treats all four identically: embed everything, retrieve the top few chunks, hope the model figures it out.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5595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it. 62.5% — and 8 out of 54 on relational questions.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229600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baseline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 behind one deterministic router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297680" y="1508760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297680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075688"/>
            <a:ext cx="0" cy="329184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520440" y="2404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20440" y="2505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7980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 · LLM classifier only as fallback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3246120"/>
            <a:ext cx="64008" cy="2002536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97380" y="4873752"/>
            <a:ext cx="4183380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flipH="1">
            <a:off x="5159837" y="3246120"/>
            <a:ext cx="920923" cy="566928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46704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38144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38144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11296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FAISS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5444" y="4873752"/>
            <a:ext cx="1385316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80759" y="3246120"/>
            <a:ext cx="1455273" cy="521208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44768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36208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3508" y="4873752"/>
            <a:ext cx="0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80760" y="3246120"/>
            <a:ext cx="4210812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942832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34272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34272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7424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chunk fan-out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H="1">
            <a:off x="7923276" y="4873752"/>
            <a:ext cx="2368296" cy="393192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931920" y="52578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931920" y="5349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5632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and section, on every answer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answers come from SQL, not from a language model's recollection — the system cannot hallucinate a figure it computed.</a:t>
            </a:r>
            <a:endParaRPr lang="en-US" sz="12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359C0A0B-B4E0-F167-E97B-C1DAB68B9CC3}"/>
              </a:ext>
            </a:extLst>
          </p:cNvPr>
          <p:cNvSpPr/>
          <p:nvPr/>
        </p:nvSpPr>
        <p:spPr>
          <a:xfrm flipH="1">
            <a:off x="2290572" y="3236976"/>
            <a:ext cx="1413992" cy="59436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corpus, same model, same scorer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44968" y="1746504"/>
            <a:ext cx="384962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836408" y="2377897"/>
            <a:ext cx="36667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naive RAG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44968" y="3118104"/>
            <a:ext cx="384962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836408" y="3749497"/>
            <a:ext cx="36667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 questions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3434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909560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48280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97  ·  GLOBAL 57  ·  LOCAL 54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20 unanswerable questions,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declining is the correct answer)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a relationship across two documents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hybrid, not a winner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beat graph edges 42 to 31 — but lost three questions reproducibly.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two-hop questions whose second hop sat in a document the question's own wording never retrieves.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returned a confidently wrong department.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follow the relation. Chunks carry the sentence. We use both.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46177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90688" y="4764024"/>
            <a:ext cx="380390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/ 54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5309006"/>
            <a:ext cx="3621024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loses none of them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single accuracy number does not tell you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692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correctly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questions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6168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5312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institutional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5644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788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on 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laptop GPU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D4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836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floor — we score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4.6× a content-free answer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6168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45312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files, all passing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12700" dir="5400000" algn="bl" rotWithShape="0">
              <a:srgbClr val="AAB4CC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5644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4788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— enforced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test, not a policy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invent an answer when the corpus has none — and it tells you which document each answer came from.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MEASUREMENT TAUGHT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that changed the design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248" y="199339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" y="207568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7556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 are worse than useless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8483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GraphRAG approach scored 35.1%. The same questions from a chunk fan-out scored 82.5%. Those summaries are built from bare entity names — no figures, no dates, no sources.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20482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35.1% → 82.5%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41248" y="3529584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6118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36192" y="32918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vector fail in different places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362102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use both. Chunks won on volume, edges won on the hops chunks cannot reach. Neither alone is sufficient; the hybrid loses nothing.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15400" y="3584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· 42 → 44 / 54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1248" y="5065776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1248" y="514807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36192" y="4828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router first would have hurt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36192" y="515721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accuracy is 54.3% — an obvious target. But correct routing scored 66.8% against 80.8% for the sloppy router: misrouting was rescuing questions. Repair destinations first.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 vs 80.8%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NUMBERS ARE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Golds that cannot disagree with the corpus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295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265176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1746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documents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889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2935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084832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23560" y="3273552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 w="1587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295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each hop spans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65176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915400" y="214884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2EC27E"/>
          </a:solidFill>
          <a:ln w="15875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915400" y="22951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15 of our own questions before they shipped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 are generated, not written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09651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world model renders both documents and questions — a gold cannot disagree with the corpus.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is proven, not asserted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409651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locates the bridge entity and the answer in disjoint documents.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 scoring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33095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scorer can be written after seeing the numbers it judges.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pre-registered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533095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to pass a statistical rule on two independent runs.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WHAT FAILED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four improvements failed our own gates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157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chunk fan-out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2139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0" y="2185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hybrid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29809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20640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vector-only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382219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0" y="3867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run 1, failed replication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681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context window (4096)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466344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0" y="4709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 s latency against a 60 s timeout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never reports a negative result has either been extraordinarily lucky, or is not looking.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institutions, not for a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15568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4 GB VRAM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15568" y="197510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RTX 2050 laptop. No A100, no cloud bill, no per-query cost.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00784"/>
            <a:ext cx="384048" cy="384048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39128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default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39128" y="197510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never leaves the machine. Enforced by a test.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15568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15568" y="330098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data trees, scoped API keys, path-traversal guards.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26664"/>
            <a:ext cx="384048" cy="384048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39128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controls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39128" y="330098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gate for student identities — built, tested, and shipping OFF, because that is an institution's policy call.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15568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62686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health, documents, review queue, upload, live audit stream.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35254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39128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delivery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39128" y="462686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and WhatsApp bots against the same API.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DuckDB · FAISS · NetworkX · sentence-transformers · Ollama (qwen3:4b) · Next.js 16 · Python 3.12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gap is well characterised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75688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 23 remaining failures are abstentions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13 of them the answer was sitting in the retrieved context. That is a prompt problem, not a retrieval one — the cheapest remaining win.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8680" y="3374136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31729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arithmetic is 14 / 24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5021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quotes a table accurately and adds two together unreliably. A compute step or a larger model closes this.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" y="4672584"/>
            <a:ext cx="310896" cy="310896"/>
          </a:xfrm>
          <a:prstGeom prst="ellipse">
            <a:avLst/>
          </a:prstGeom>
          <a:solidFill>
            <a:srgbClr val="7B88A8"/>
          </a:solidFill>
          <a:ln w="12700">
            <a:solidFill>
              <a:srgbClr val="7B8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71600" y="447141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accuracy is 54.3% — and now worth ~0 points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destination routes were repaired, so route choice stopped mattering for accuracy. It still matters for latency and cost.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579729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synthetic benchmark corpus, a 4B local model, single-sample runs. We benchmarked architectures — not commercial products. The harness is in the repo; adding a competitor takes about twenty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48761" y="3867912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deck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reproducible from a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checkout.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4612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offline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1500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8388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8388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815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itzrohan007@gmail.com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1454</Words>
  <Application>Microsoft Office PowerPoint</Application>
  <PresentationFormat>Widescreen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Brain</dc:title>
  <dc:subject>PptxGenJS Presentation</dc:subject>
  <dc:creator>Rohan Gaikwad</dc:creator>
  <cp:lastModifiedBy>Rohan Gaikwad</cp:lastModifiedBy>
  <cp:revision>3</cp:revision>
  <dcterms:created xsi:type="dcterms:W3CDTF">2026-08-22T05:09:24Z</dcterms:created>
  <dcterms:modified xsi:type="dcterms:W3CDTF">2026-08-22T05:32:52Z</dcterms:modified>
</cp:coreProperties>
</file>